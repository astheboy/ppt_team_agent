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9075" y="743694"/>
            <a:ext cx="1085701" cy="323850"/>
          </a:xfrm>
          <a:prstGeom prst="roundRect">
            <a:avLst>
              <a:gd name="adj" fmla="val 7843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25431" y="819894"/>
            <a:ext cx="6929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수업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84951" y="1372344"/>
            <a:ext cx="4373948" cy="178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40"/>
              </a:lnSpc>
              <a:spcAft>
                <a:spcPts val="1600"/>
              </a:spcAft>
              <a:buNone/>
            </a:pPr>
            <a:r>
              <a:rPr lang="en-US" sz="6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 센서로</a:t>
            </a:r>
            <a:endParaRPr lang="en-US" sz="6400" dirty="0"/>
          </a:p>
          <a:p>
            <a:pPr algn="ctr" indent="0" marL="0">
              <a:lnSpc>
                <a:spcPts val="7040"/>
              </a:lnSpc>
              <a:spcAft>
                <a:spcPts val="1600"/>
              </a:spcAft>
              <a:buNone/>
            </a:pPr>
            <a:r>
              <a:rPr lang="en-US" sz="6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앱 만들기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384951" y="3465165"/>
            <a:ext cx="437394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EZmaker와 바이브 코딩으로</a:t>
            </a:r>
            <a:endParaRPr lang="en-US" sz="1800" dirty="0"/>
          </a:p>
          <a:p>
            <a:pPr algn="ctr" indent="0" marL="0">
              <a:lnSpc>
                <a:spcPts val="2880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인터랙티브 웹 앱을 만들어봐요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37873" y="4352925"/>
            <a:ext cx="1468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AI 코딩 교육 과정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목차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574750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1777901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750" y="2050852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도입: AI 마법 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2669828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2872978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750" y="3145929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설계하기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764905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3968055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2750" y="4241006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장치 제작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8950" y="1574750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02101" y="1777901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&amp;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2101" y="2050852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이지온 코딩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8950" y="2669828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02101" y="2872978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2101" y="3145929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8950" y="3764905"/>
            <a:ext cx="3835450" cy="917377"/>
          </a:xfrm>
          <a:prstGeom prst="roundRect">
            <a:avLst>
              <a:gd name="adj" fmla="val 16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02101" y="3968055"/>
            <a:ext cx="3497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2101" y="4241006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추가하기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525339"/>
            <a:ext cx="755303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602" y="1601539"/>
            <a:ext cx="407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3901" y="2134939"/>
            <a:ext cx="3768551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53901" y="3008561"/>
            <a:ext cx="37685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buNone/>
            </a:pPr>
            <a:r>
              <a:rPr lang="en-US" sz="15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보여주는 마법,</a:t>
            </a:r>
            <a:endParaRPr lang="en-US" sz="1500" dirty="0"/>
          </a:p>
          <a:p>
            <a:pPr algn="l" indent="0" marL="0">
              <a:lnSpc>
                <a:spcPts val="2400"/>
              </a:lnSpc>
              <a:spcBef>
                <a:spcPts val="1600"/>
              </a:spcBef>
              <a:buNone/>
            </a:pPr>
            <a:r>
              <a:rPr lang="en-US" sz="15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단계를 되돌아봐요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56509" y="601563"/>
            <a:ext cx="4433590" cy="1843236"/>
          </a:xfrm>
          <a:prstGeom prst="roundRect">
            <a:avLst>
              <a:gd name="adj" fmla="val 8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10410" y="855464"/>
            <a:ext cx="40043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보여주는 마법 단계 되돌아보기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10410" y="1284089"/>
            <a:ext cx="4004304" cy="90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AI의 놀라운 기능들을 다시 한번 살펴봐요. AI가 어떻게 우리의 명령을 이해하고 실행하는지 확인해봅시다.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56509" y="2698700"/>
            <a:ext cx="4433590" cy="1843236"/>
          </a:xfrm>
          <a:prstGeom prst="roundRect">
            <a:avLst>
              <a:gd name="adj" fmla="val 8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10410" y="2952601"/>
            <a:ext cx="40043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 센서 살펴보기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10410" y="3381226"/>
            <a:ext cx="4004304" cy="90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사용할 스위치 센서는 버튼을 누르면 전기 신호를 보내는 장치예요. 이 신호를 이용해서 웹 앱과 연결할 거예요!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6263"/>
            <a:ext cx="773609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652463"/>
            <a:ext cx="4265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35609" y="533400"/>
            <a:ext cx="12417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279475"/>
            <a:ext cx="8083296" cy="46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누르면 화면에 무슨 일이 일어날까요?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921050" y="1995487"/>
            <a:ext cx="3301901" cy="1796951"/>
          </a:xfrm>
          <a:prstGeom prst="roundRect">
            <a:avLst>
              <a:gd name="adj" fmla="val 9895"/>
            </a:avLst>
          </a:prstGeom>
          <a:solidFill>
            <a:srgbClr val="FFFFFF"/>
          </a:solidFill>
          <a:ln w="38100">
            <a:solidFill>
              <a:srgbClr val="667EEA"/>
            </a:solidFill>
          </a:ln>
          <a:effectLst>
            <a:outerShdw sx="100000" sy="100000" kx="0" ky="0" algn="bl" rotWithShape="0" blurRad="152400" dist="50800" dir="5400000">
              <a:srgbClr val="667eea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48685" y="2516088"/>
            <a:ext cx="204663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"눌렀어요"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" y="4021038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누르면 상자에서 "눌렀어요" 글자가 나타나요!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98438"/>
            <a:ext cx="777329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674638"/>
            <a:ext cx="43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39329" y="507950"/>
            <a:ext cx="152837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장치 제작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1247626"/>
            <a:ext cx="3759250" cy="289649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501527"/>
            <a:ext cx="1015901" cy="1015901"/>
          </a:xfrm>
          <a:prstGeom prst="roundRect">
            <a:avLst>
              <a:gd name="adj" fmla="val 200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9039" y="1676102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3501" y="2771329"/>
            <a:ext cx="331647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3501" y="3285679"/>
            <a:ext cx="331647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센서와 컴퓨터를 연결해주는 똑똑한 보드예요. 센서의 신호를 받아서 컴퓨터로 전달해줘요.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5150" y="1247626"/>
            <a:ext cx="3759250" cy="2896493"/>
          </a:xfrm>
          <a:prstGeom prst="roundRect">
            <a:avLst>
              <a:gd name="adj" fmla="val 7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051" y="1501527"/>
            <a:ext cx="1015901" cy="1015901"/>
          </a:xfrm>
          <a:prstGeom prst="roundRect">
            <a:avLst>
              <a:gd name="adj" fmla="val 20002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589" y="1676102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🔘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051" y="2771329"/>
            <a:ext cx="331647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 센서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051" y="3285679"/>
            <a:ext cx="331647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누르면 신호를 보내는 센서예요. EZmaker에 연결해서 사용할 거예요.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4398020"/>
            <a:ext cx="80832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EZmaker와 스위치 센서를 연결해봐요!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50" y="265063"/>
            <a:ext cx="778966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0851" y="341263"/>
            <a:ext cx="4320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34517" y="203150"/>
            <a:ext cx="16508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이지온 코딩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3150" y="834926"/>
            <a:ext cx="8737699" cy="1241822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6963" y="834926"/>
            <a:ext cx="0" cy="1241822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926" y="1038076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1122164"/>
            <a:ext cx="971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2627" y="1122164"/>
            <a:ext cx="16127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 알아보기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926" y="1571327"/>
            <a:ext cx="8449449" cy="302270"/>
          </a:xfrm>
          <a:prstGeom prst="rect">
            <a:avLst/>
          </a:prstGeom>
          <a:noFill/>
          <a:ln/>
        </p:spPr>
        <p:txBody>
          <a:bodyPr wrap="square" lIns="55880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EZmaker의 기본 사용법을 배우고, 어떻게 센서와 연결되는지 확인해요.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3150" y="2229148"/>
            <a:ext cx="8737699" cy="1241822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26963" y="2229148"/>
            <a:ext cx="0" cy="1241822"/>
          </a:xfrm>
          <a:prstGeom prst="line">
            <a:avLst/>
          </a:prstGeom>
          <a:noFill/>
          <a:ln w="47625">
            <a:solidFill>
              <a:srgbClr val="764B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926" y="2432298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764B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5015" y="2516386"/>
            <a:ext cx="1266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2627" y="2516386"/>
            <a:ext cx="25743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 누름 값 전송 코드 만들기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26" y="2965549"/>
            <a:ext cx="8449449" cy="302270"/>
          </a:xfrm>
          <a:prstGeom prst="rect">
            <a:avLst/>
          </a:prstGeom>
          <a:noFill/>
          <a:ln/>
        </p:spPr>
        <p:txBody>
          <a:bodyPr wrap="square" lIns="55880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눌렀을 때 그 정보를 컴퓨터로 보내는 코드를 작성해요.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3150" y="3623370"/>
            <a:ext cx="8737699" cy="1241822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26963" y="3623370"/>
            <a:ext cx="0" cy="1241822"/>
          </a:xfrm>
          <a:prstGeom prst="line">
            <a:avLst/>
          </a:prstGeom>
          <a:noFill/>
          <a:ln w="47625">
            <a:solidFill>
              <a:srgbClr val="F557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926" y="3826520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F557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2187" y="3910608"/>
            <a:ext cx="1323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2627" y="3910608"/>
            <a:ext cx="23783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EZmaker에 코드 업로드하기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3926" y="4359771"/>
            <a:ext cx="8449449" cy="302270"/>
          </a:xfrm>
          <a:prstGeom prst="rect">
            <a:avLst/>
          </a:prstGeom>
          <a:noFill/>
          <a:ln/>
        </p:spPr>
        <p:txBody>
          <a:bodyPr wrap="square" lIns="55880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작성한 코드를 EZmaker에 업로드해서 실제로 작동하게 만들어요!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0063"/>
            <a:ext cx="775395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576263"/>
            <a:ext cx="428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37395" y="457200"/>
            <a:ext cx="24835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이지온 데이터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666851" y="1101626"/>
            <a:ext cx="3810298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spcAft>
                <a:spcPts val="2400"/>
              </a:spcAft>
              <a:buNone/>
            </a:pPr>
            <a:r>
              <a:rPr lang="en-US" sz="2800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누르면</a:t>
            </a:r>
            <a:endParaRPr lang="en-US" sz="2800" dirty="0"/>
          </a:p>
          <a:p>
            <a:pPr algn="ctr" indent="0" marL="0">
              <a:lnSpc>
                <a:spcPts val="3640"/>
              </a:lnSpc>
              <a:spcAft>
                <a:spcPts val="2400"/>
              </a:spcAft>
              <a:buNone/>
            </a:pPr>
            <a:r>
              <a:rPr lang="en-US" sz="2800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어떻게 변할까요?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46903" y="2330648"/>
            <a:ext cx="1278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누르기 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9435" y="2664023"/>
            <a:ext cx="1253133" cy="126980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0761" y="2936974"/>
            <a:ext cx="4104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12729" y="2827437"/>
            <a:ext cx="473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175081" y="2349698"/>
            <a:ext cx="11203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누른 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86065" y="2683073"/>
            <a:ext cx="1098352" cy="1231702"/>
          </a:xfrm>
          <a:prstGeom prst="roundRect">
            <a:avLst>
              <a:gd name="adj" fmla="val 13875"/>
            </a:avLst>
          </a:prstGeom>
          <a:solidFill>
            <a:srgbClr val="667EEA"/>
          </a:solidFill>
          <a:ln/>
          <a:effectLst>
            <a:outerShdw sx="100000" sy="100000" kx="0" ky="0" algn="bl" rotWithShape="0" blurRad="203200" dist="50800" dir="5400000">
              <a:srgbClr val="667ee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89508" y="2936974"/>
            <a:ext cx="29146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666851" y="4238625"/>
            <a:ext cx="381029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400"/>
              </a:spcBef>
              <a:buNone/>
            </a:pPr>
            <a:r>
              <a:rPr lang="en-US" sz="14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0에서 1로 바뀌는 걸 확인할 수 있어요!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0063"/>
            <a:ext cx="777478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576263"/>
            <a:ext cx="4305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39478" y="457200"/>
            <a:ext cx="153277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101626"/>
            <a:ext cx="7924800" cy="1060847"/>
          </a:xfrm>
          <a:prstGeom prst="roundRect">
            <a:avLst>
              <a:gd name="adj" fmla="val 14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1330226"/>
            <a:ext cx="457200" cy="457200"/>
          </a:xfrm>
          <a:prstGeom prst="roundRect">
            <a:avLst>
              <a:gd name="adj" fmla="val 2777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7263" y="1415951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3101" y="1330226"/>
            <a:ext cx="69693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및 유의사항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73101" y="1669852"/>
            <a:ext cx="696935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 데이터를 바이브 코딩으로 사용하기 위한 준비를 해요.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391073"/>
            <a:ext cx="7924800" cy="2412653"/>
          </a:xfrm>
          <a:prstGeom prst="roundRect">
            <a:avLst>
              <a:gd name="adj" fmla="val 6317"/>
            </a:avLst>
          </a:prstGeom>
          <a:solidFill>
            <a:srgbClr val="667EEA"/>
          </a:solidFill>
          <a:ln/>
          <a:effectLst>
            <a:outerShdw sx="100000" sy="100000" kx="0" ky="0" algn="bl" rotWithShape="0" blurRad="203200" dist="50800" dir="5400000">
              <a:srgbClr val="667eea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2670423"/>
            <a:ext cx="507950" cy="507950"/>
          </a:xfrm>
          <a:prstGeom prst="roundRect">
            <a:avLst>
              <a:gd name="adj" fmla="val 3000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4264" y="2757636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49301" y="2786211"/>
            <a:ext cx="14922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요청하기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8950" y="3356074"/>
            <a:ext cx="7366099" cy="76200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17550" y="3584674"/>
            <a:ext cx="70470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"스위치 누르면 '눌렀어요' 글자가 나타나는 웹 앱을 만들어줘."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8950" y="4295775"/>
            <a:ext cx="7513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이렇게 요청하면 자동으로 웹 앱을 만들어줘요!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0063"/>
            <a:ext cx="769144" cy="304800"/>
          </a:xfrm>
          <a:prstGeom prst="roundRect">
            <a:avLst>
              <a:gd name="adj" fmla="val 8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576263"/>
            <a:ext cx="422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31144" y="457200"/>
            <a:ext cx="18239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추가하기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101626"/>
            <a:ext cx="3835450" cy="3127474"/>
          </a:xfrm>
          <a:prstGeom prst="roundRect">
            <a:avLst>
              <a:gd name="adj" fmla="val 5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138097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F093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4264" y="1468189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3851" y="1496764"/>
            <a:ext cx="15181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크게 만들기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8950" y="2092077"/>
            <a:ext cx="3276749" cy="883444"/>
          </a:xfrm>
          <a:prstGeom prst="roundRect">
            <a:avLst>
              <a:gd name="adj" fmla="val 1437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6651" y="2269778"/>
            <a:ext cx="297977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"스위치를 누를 때마다 글자를 크게 만들어줘."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8950" y="3153221"/>
            <a:ext cx="3342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누를 때마다 글자 크기가 점점 커져요!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1101626"/>
            <a:ext cx="3835450" cy="3127474"/>
          </a:xfrm>
          <a:prstGeom prst="roundRect">
            <a:avLst>
              <a:gd name="adj" fmla="val 5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78301" y="138097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FFD8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03614" y="1468189"/>
            <a:ext cx="26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13202" y="1496764"/>
            <a:ext cx="131660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폭죽 효과 추가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78301" y="2092077"/>
            <a:ext cx="3276749" cy="883444"/>
          </a:xfrm>
          <a:prstGeom prst="roundRect">
            <a:avLst>
              <a:gd name="adj" fmla="val 1437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56002" y="2269778"/>
            <a:ext cx="297977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"스위치를 누르면 폭죽이 터지는 효과가 나오게 만들어줘."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8301" y="3153221"/>
            <a:ext cx="33422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스위치를 누르면 화려한 폭죽 애니메이션이 나타나요!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8413" y="-413891"/>
            <a:ext cx="31270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5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🎉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008413" y="722709"/>
            <a:ext cx="3127025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수고했어요!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08413" y="1647081"/>
            <a:ext cx="312702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스위치 센서와 AI를 이용해서</a:t>
            </a:r>
            <a:endParaRPr lang="en-US" sz="1600" dirty="0"/>
          </a:p>
          <a:p>
            <a:pPr algn="ctr" indent="0" marL="0">
              <a:lnSpc>
                <a:spcPts val="256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인터랙티브 웹 앱을 완성했어요!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39070" y="2601962"/>
            <a:ext cx="3065711" cy="2269629"/>
          </a:xfrm>
          <a:prstGeom prst="roundRect">
            <a:avLst>
              <a:gd name="adj" fmla="val 783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7392" y="2855863"/>
            <a:ext cx="2609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완성한 것들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2971" y="3208288"/>
            <a:ext cx="1961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2207" y="3236863"/>
            <a:ext cx="21021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EZmaker와 스위치 센서 연결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2971" y="3586014"/>
            <a:ext cx="1961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2207" y="3614589"/>
            <a:ext cx="2016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이지온 코딩으로 데이터 전송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2971" y="3963739"/>
            <a:ext cx="1961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2207" y="3992314"/>
            <a:ext cx="19056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코딩으로 웹 앱 제작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2971" y="4341465"/>
            <a:ext cx="1961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2207" y="4370040"/>
            <a:ext cx="15011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효과 추가하기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스위치 센서로 웹 앱 만들기</dc:title>
  <dc:subject>PptxGenJS Presentation</dc:subject>
  <dc:creator>AI 코딩 교육</dc:creator>
  <cp:lastModifiedBy>AI 코딩 교육</cp:lastModifiedBy>
  <cp:revision>1</cp:revision>
  <dcterms:created xsi:type="dcterms:W3CDTF">2025-12-26T01:42:00Z</dcterms:created>
  <dcterms:modified xsi:type="dcterms:W3CDTF">2025-12-26T01:42:00Z</dcterms:modified>
</cp:coreProperties>
</file>