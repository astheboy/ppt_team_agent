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seungryun/Dev/ppt_team_agent/.temp-slide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AI Education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학생 AI 질문 엔지니어링 교육법 - 교사 연수</dc:title>
  <dc:subject>AI 질문 엔지니어링 교육</dc:subject>
  <dc:creator>Education Innovation</dc:creator>
  <cp:lastModifiedBy>Education Innovation</cp:lastModifiedBy>
  <cp:revision>1</cp:revision>
  <dcterms:created xsi:type="dcterms:W3CDTF">2025-12-28T13:33:38Z</dcterms:created>
  <dcterms:modified xsi:type="dcterms:W3CDTF">2025-12-28T13:33:38Z</dcterms:modified>
</cp:coreProperties>
</file>